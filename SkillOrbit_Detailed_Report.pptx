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8FAFC"/>
                </a:solidFill>
              </a:defRPr>
            </a:pPr>
            <a:r>
              <a:t>SKILLORBIT PLATFORM</a:t>
            </a:r>
          </a:p>
          <a:p>
            <a:pPr algn="ctr">
              <a:defRPr sz="3200">
                <a:solidFill>
                  <a:srgbClr val="6366F1"/>
                </a:solidFill>
              </a:defRPr>
            </a:pPr>
            <a:r>
              <a:t>Frontend Engineering Internship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4A3B8"/>
                </a:solidFill>
              </a:defRPr>
            </a:pPr>
            <a:r>
              <a:t>Architecting the Future of E-Learning Interfaces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4400" b="1">
                <a:solidFill>
                  <a:srgbClr val="6366F1"/>
                </a:solidFill>
                <a:latin typeface="Segoe UI Semibold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457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br>
              <a:rPr sz="3200" dirty="0">
                <a:solidFill>
                  <a:schemeClr val="bg1"/>
                </a:solidFill>
              </a:rPr>
            </a:br>
            <a:r>
              <a:rPr sz="3200" dirty="0">
                <a:solidFill>
                  <a:schemeClr val="bg1"/>
                </a:solidFill>
              </a:rPr>
              <a:t>Objectives of the Internship:</a:t>
            </a:r>
            <a:endParaRPr lang="en-US" sz="3200" dirty="0">
              <a:solidFill>
                <a:schemeClr val="bg1"/>
              </a:solidFill>
            </a:endParaRPr>
          </a:p>
          <a:p>
            <a:endParaRPr sz="3200" dirty="0">
              <a:solidFill>
                <a:schemeClr val="bg1"/>
              </a:solidFill>
            </a:endParaRPr>
          </a:p>
          <a:p>
            <a:pPr>
              <a:defRPr sz="2200">
                <a:solidFill>
                  <a:srgbClr val="F8FAFC"/>
                </a:solidFill>
                <a:latin typeface="Segoe UI"/>
              </a:defRPr>
            </a:pPr>
            <a:r>
              <a:rPr dirty="0"/>
              <a:t>Lead the end-to-end development of the React/Vite web application.</a:t>
            </a:r>
          </a:p>
          <a:p>
            <a:pPr>
              <a:defRPr sz="2200">
                <a:solidFill>
                  <a:srgbClr val="F8FAFC"/>
                </a:solidFill>
                <a:latin typeface="Segoe UI"/>
              </a:defRPr>
            </a:pPr>
            <a:r>
              <a:rPr dirty="0"/>
              <a:t>Implement a seamless, responsive, and performance-optimized User Interface.</a:t>
            </a:r>
          </a:p>
          <a:p>
            <a:pPr>
              <a:defRPr sz="2200">
                <a:solidFill>
                  <a:srgbClr val="F8FAFC"/>
                </a:solidFill>
                <a:latin typeface="Segoe UI"/>
              </a:defRPr>
            </a:pPr>
            <a:r>
              <a:rPr dirty="0"/>
              <a:t>Integrate advanced features including an AI Mentorship framework and Gamification elements.</a:t>
            </a:r>
          </a:p>
          <a:p>
            <a:pPr>
              <a:defRPr sz="2200">
                <a:solidFill>
                  <a:srgbClr val="F8FAFC"/>
                </a:solidFill>
                <a:latin typeface="Segoe UI"/>
              </a:defRPr>
            </a:pPr>
            <a:r>
              <a:rPr dirty="0"/>
              <a:t>Establish a secure, continuous integration &amp; deployment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4400" b="1">
                <a:solidFill>
                  <a:srgbClr val="6366F1"/>
                </a:solidFill>
                <a:latin typeface="Segoe UI Semibold"/>
              </a:defRPr>
            </a:pPr>
            <a:r>
              <a:t>Technology Stack &amp;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457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br>
              <a:rPr dirty="0"/>
            </a:br>
            <a:r>
              <a:rPr sz="3200" dirty="0">
                <a:solidFill>
                  <a:schemeClr val="bg1"/>
                </a:solidFill>
              </a:rPr>
              <a:t>Styling Methodology</a:t>
            </a:r>
            <a:endParaRPr lang="en-US" sz="3200" dirty="0">
              <a:solidFill>
                <a:schemeClr val="bg1"/>
              </a:solidFill>
            </a:endParaRPr>
          </a:p>
          <a:p>
            <a:endParaRPr sz="3200" dirty="0">
              <a:solidFill>
                <a:schemeClr val="bg1"/>
              </a:solidFill>
            </a:endParaRPr>
          </a:p>
          <a:p>
            <a:pPr>
              <a:defRPr sz="2200">
                <a:solidFill>
                  <a:srgbClr val="F8FAFC"/>
                </a:solidFill>
                <a:latin typeface="Segoe UI"/>
              </a:defRPr>
            </a:pPr>
            <a:r>
              <a:rPr dirty="0"/>
              <a:t>Modern Vanilla CSS utilizing CSS variables for theme standardizations (</a:t>
            </a:r>
            <a:r>
              <a:rPr dirty="0" err="1"/>
              <a:t>Glassmorphism</a:t>
            </a:r>
            <a:r>
              <a:rPr dirty="0"/>
              <a:t>, gradients).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4400" b="1">
                <a:solidFill>
                  <a:srgbClr val="6366F1"/>
                </a:solidFill>
                <a:latin typeface="Segoe UI Semibold"/>
              </a:defRPr>
            </a:pPr>
            <a:r>
              <a:t>UI/UX &amp; Design Philosophy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457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600">
                <a:solidFill>
                  <a:srgbClr val="6366F1"/>
                </a:solidFill>
                <a:latin typeface="Segoe UI"/>
              </a:defRPr>
            </a:pPr>
            <a:r>
              <a:t>Modern Aesthetic ('Premium Feel')</a:t>
            </a:r>
          </a:p>
          <a:p>
            <a:pPr lvl="1">
              <a:defRPr sz="2000">
                <a:solidFill>
                  <a:srgbClr val="F8FAFC"/>
                </a:solidFill>
                <a:latin typeface="Segoe UI"/>
              </a:defRPr>
            </a:pPr>
            <a:r>
              <a:t>Implemented comprehensive dark-mode architectures with elevated surfaces (Glassmorphism).</a:t>
            </a:r>
          </a:p>
          <a:p>
            <a:pPr lvl="1">
              <a:defRPr sz="2000">
                <a:solidFill>
                  <a:srgbClr val="F8FAFC"/>
                </a:solidFill>
                <a:latin typeface="Segoe UI"/>
              </a:defRPr>
            </a:pPr>
            <a:r>
              <a:t>Applied intentional micro-animations (e.g., hover states, page mount transitions) to increase perceived performance.</a:t>
            </a:r>
          </a:p>
          <a:p>
            <a:pPr>
              <a:defRPr sz="2600">
                <a:solidFill>
                  <a:srgbClr val="6366F1"/>
                </a:solidFill>
                <a:latin typeface="Segoe UI"/>
              </a:defRPr>
            </a:pPr>
            <a:r>
              <a:t>Responsive Layout Mechanics</a:t>
            </a:r>
          </a:p>
          <a:p>
            <a:pPr lvl="1">
              <a:defRPr sz="2000">
                <a:solidFill>
                  <a:srgbClr val="F8FAFC"/>
                </a:solidFill>
                <a:latin typeface="Segoe UI"/>
              </a:defRPr>
            </a:pPr>
            <a:r>
              <a:t>Built utilizing a strict mobile-first paradigm ensuring full alignment across iOS, Android, and Desktop.</a:t>
            </a:r>
          </a:p>
          <a:p>
            <a:pPr>
              <a:defRPr sz="2600">
                <a:solidFill>
                  <a:srgbClr val="6366F1"/>
                </a:solidFill>
                <a:latin typeface="Segoe UI"/>
              </a:defRPr>
            </a:pPr>
            <a:r>
              <a:t>Specialized Contexts</a:t>
            </a:r>
          </a:p>
          <a:p>
            <a:pPr lvl="1">
              <a:defRPr sz="2000">
                <a:solidFill>
                  <a:srgbClr val="F8FAFC"/>
                </a:solidFill>
                <a:latin typeface="Segoe UI"/>
              </a:defRPr>
            </a:pPr>
            <a:r>
              <a:t>Admin Dashboard: High data-density layout with clear typographical hierarchy.</a:t>
            </a:r>
          </a:p>
          <a:p>
            <a:pPr lvl="1">
              <a:defRPr sz="2000">
                <a:solidFill>
                  <a:srgbClr val="F8FAFC"/>
                </a:solidFill>
                <a:latin typeface="Segoe UI"/>
              </a:defRPr>
            </a:pPr>
            <a:r>
              <a:t>Lecture Player: Distraction-free interface maximizing viewable space for course materials.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4400" b="1">
                <a:solidFill>
                  <a:srgbClr val="6366F1"/>
                </a:solidFill>
                <a:latin typeface="Segoe UI Semibold"/>
              </a:defRPr>
            </a:pPr>
            <a:r>
              <a:t>Flagship Integration: AI Mentor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457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br>
              <a:rPr dirty="0"/>
            </a:br>
            <a:r>
              <a:rPr sz="3200" dirty="0">
                <a:solidFill>
                  <a:schemeClr val="bg1"/>
                </a:solidFill>
              </a:rPr>
              <a:t>Business Value</a:t>
            </a:r>
            <a:endParaRPr lang="en-US" sz="3200" dirty="0">
              <a:solidFill>
                <a:schemeClr val="bg1"/>
              </a:solidFill>
            </a:endParaRPr>
          </a:p>
          <a:p>
            <a:endParaRPr sz="3200" dirty="0">
              <a:solidFill>
                <a:schemeClr val="bg1"/>
              </a:solidFill>
            </a:endParaRPr>
          </a:p>
          <a:p>
            <a:pPr>
              <a:defRPr sz="2200">
                <a:solidFill>
                  <a:srgbClr val="F8FAFC"/>
                </a:solidFill>
                <a:latin typeface="Segoe UI"/>
              </a:defRPr>
            </a:pPr>
            <a:r>
              <a:rPr dirty="0"/>
              <a:t>Reduces support overhead and dramatically improves student retention by immediately unblocking learning roadblocks.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4400" b="1">
                <a:solidFill>
                  <a:srgbClr val="6366F1"/>
                </a:solidFill>
                <a:latin typeface="Segoe UI Semibold"/>
              </a:defRPr>
            </a:pPr>
            <a:r>
              <a:t>Flagship Integration: Gamification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457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br>
              <a:rPr dirty="0"/>
            </a:br>
            <a:r>
              <a:rPr sz="3200" dirty="0">
                <a:solidFill>
                  <a:schemeClr val="bg1"/>
                </a:solidFill>
              </a:rPr>
              <a:t>Achievement Architecture</a:t>
            </a:r>
            <a:endParaRPr lang="en-US" sz="3200" dirty="0">
              <a:solidFill>
                <a:schemeClr val="bg1"/>
              </a:solidFill>
            </a:endParaRPr>
          </a:p>
          <a:p>
            <a:endParaRPr sz="3200" dirty="0">
              <a:solidFill>
                <a:schemeClr val="bg1"/>
              </a:solidFill>
            </a:endParaRPr>
          </a:p>
          <a:p>
            <a:pPr>
              <a:defRPr sz="2200">
                <a:solidFill>
                  <a:srgbClr val="F8FAFC"/>
                </a:solidFill>
                <a:latin typeface="Segoe UI"/>
              </a:defRPr>
            </a:pPr>
            <a:r>
              <a:rPr dirty="0"/>
              <a:t>Unlockable Badges reflecting learner milestones (e.g., 'First Course Completed').</a:t>
            </a:r>
          </a:p>
          <a:p>
            <a:pPr>
              <a:defRPr sz="2200">
                <a:solidFill>
                  <a:srgbClr val="F8FAFC"/>
                </a:solidFill>
                <a:latin typeface="Segoe UI"/>
              </a:defRPr>
            </a:pPr>
            <a:r>
              <a:rPr dirty="0"/>
              <a:t>Streak Tracking computing daily logins to increase long-term platform dependency.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4400" b="1">
                <a:solidFill>
                  <a:srgbClr val="6366F1"/>
                </a:solidFill>
                <a:latin typeface="Segoe UI Semibold"/>
              </a:defRPr>
            </a:pPr>
            <a:r>
              <a:t>API Ecosystem &amp; State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457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200">
                <a:solidFill>
                  <a:srgbClr val="F8FAFC"/>
                </a:solidFill>
                <a:latin typeface="Segoe UI"/>
              </a:defRPr>
            </a:pPr>
            <a:r>
              <a:t>Cross-Origin Resource Sharing (CORS) resolution with Django backend.</a:t>
            </a:r>
          </a:p>
          <a:p>
            <a:pPr>
              <a:defRPr sz="2200">
                <a:solidFill>
                  <a:srgbClr val="F8FAFC"/>
                </a:solidFill>
                <a:latin typeface="Segoe UI"/>
              </a:defRPr>
            </a:pPr>
            <a:r>
              <a:t>State Normalization using React Context API to manage User State and Course State globally.</a:t>
            </a:r>
          </a:p>
          <a:p>
            <a:pPr>
              <a:defRPr sz="2200">
                <a:solidFill>
                  <a:srgbClr val="F8FAFC"/>
                </a:solidFill>
                <a:latin typeface="Segoe UI"/>
              </a:defRPr>
            </a:pPr>
            <a:r>
              <a:t>Integrated Razorpay Checkout processes, handling asynchronous webhooks and multi-step payment states gracefully.</a:t>
            </a:r>
          </a:p>
          <a:p>
            <a:pPr>
              <a:defRPr sz="2200">
                <a:solidFill>
                  <a:srgbClr val="F8FAFC"/>
                </a:solidFill>
                <a:latin typeface="Segoe UI"/>
              </a:defRPr>
            </a:pPr>
            <a:r>
              <a:t>Configured scalable environment variable abstraction across local and production spheres.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4400" b="1">
                <a:solidFill>
                  <a:srgbClr val="6366F1"/>
                </a:solidFill>
                <a:latin typeface="Segoe UI Semibold"/>
              </a:defRPr>
            </a:pPr>
            <a:r>
              <a:t>CI/CD &amp; Deployment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457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400">
                <a:solidFill>
                  <a:srgbClr val="F8FAFC"/>
                </a:solidFill>
                <a:latin typeface="Segoe UI"/>
              </a:defRPr>
            </a:pPr>
            <a:r>
              <a:t>Vercel Build Configurations: Leveraged edge networks for immediate content delivery.</a:t>
            </a:r>
          </a:p>
          <a:p>
            <a:pPr>
              <a:defRPr sz="2400">
                <a:solidFill>
                  <a:srgbClr val="F8FAFC"/>
                </a:solidFill>
                <a:latin typeface="Segoe UI"/>
              </a:defRPr>
            </a:pPr>
            <a:r>
              <a:t>Automated Deployment Hooks: Direct GitHub linkage overriding manual deployments.</a:t>
            </a:r>
          </a:p>
          <a:p>
            <a:pPr>
              <a:defRPr sz="2400">
                <a:solidFill>
                  <a:srgbClr val="F8FAFC"/>
                </a:solidFill>
                <a:latin typeface="Segoe UI"/>
              </a:defRPr>
            </a:pPr>
            <a:r>
              <a:t>Monorepo Routing: Custom setup allowing '/Frontend' to act as the root deployment directory.</a:t>
            </a:r>
          </a:p>
          <a:p>
            <a:pPr>
              <a:defRPr sz="2400">
                <a:solidFill>
                  <a:srgbClr val="F8FAFC"/>
                </a:solidFill>
                <a:latin typeface="Segoe UI"/>
              </a:defRPr>
            </a:pPr>
            <a:r>
              <a:t>Zero-Downtime Rollouts: Pushing code to the 'main' branch automatically rebuilds globally without interrupting active learners.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4400" b="1">
                <a:solidFill>
                  <a:srgbClr val="6366F1"/>
                </a:solidFill>
                <a:latin typeface="Segoe UI Semibold"/>
              </a:defRPr>
            </a:pPr>
            <a:r>
              <a:t>Retrospective &amp; Final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4572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br>
              <a:rPr sz="3600" dirty="0"/>
            </a:br>
            <a:r>
              <a:rPr sz="3600" dirty="0">
                <a:solidFill>
                  <a:schemeClr val="bg1"/>
                </a:solidFill>
              </a:rPr>
              <a:t>Project Impact</a:t>
            </a:r>
            <a:endParaRPr lang="en-US" sz="3600" dirty="0">
              <a:solidFill>
                <a:schemeClr val="bg1"/>
              </a:solidFill>
            </a:endParaRPr>
          </a:p>
          <a:p>
            <a:endParaRPr dirty="0">
              <a:solidFill>
                <a:schemeClr val="bg1"/>
              </a:solidFill>
            </a:endParaRPr>
          </a:p>
          <a:p>
            <a:pPr>
              <a:defRPr sz="2200">
                <a:solidFill>
                  <a:srgbClr val="F8FAFC"/>
                </a:solidFill>
                <a:latin typeface="Segoe UI"/>
              </a:defRPr>
            </a:pPr>
            <a:r>
              <a:rPr dirty="0" err="1"/>
              <a:t>SkillOrbit</a:t>
            </a:r>
            <a:r>
              <a:rPr dirty="0"/>
              <a:t> now possesses a remarkably fast, visually stunning, and feature-rich interface capable of supporting thousands of simultaneous users.</a:t>
            </a:r>
          </a:p>
          <a:p>
            <a:pPr>
              <a:defRPr sz="2200">
                <a:solidFill>
                  <a:srgbClr val="F8FAFC"/>
                </a:solidFill>
                <a:latin typeface="Segoe UI"/>
              </a:defRPr>
            </a:pPr>
            <a:r>
              <a:rPr dirty="0"/>
              <a:t>The frontend successfully bridges the gap between complex software architecture and an intuitive user experience.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 b="1">
                <a:solidFill>
                  <a:srgbClr val="6366F1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394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mayank saxena</cp:lastModifiedBy>
  <cp:revision>2</cp:revision>
  <dcterms:created xsi:type="dcterms:W3CDTF">2013-01-27T09:14:16Z</dcterms:created>
  <dcterms:modified xsi:type="dcterms:W3CDTF">2026-04-12T08:48:56Z</dcterms:modified>
  <cp:category/>
</cp:coreProperties>
</file>