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Development for SkillOrbit E-Learning Platform</a:t>
            </a:r>
          </a:p>
          <a:p/>
          <a:p>
            <a:r>
              <a:t>Role: Frontend Developer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Overview: SkillOrbit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SkillOrbit is a modern, responsive, and interactive e-learning platform.</a:t>
            </a:r>
          </a:p>
          <a:p>
            <a:pPr>
              <a:defRPr sz="2400"/>
            </a:pPr>
            <a:r>
              <a:t>Objective: To architect and implement a robust, scalable frontend to enhance learner experience.</a:t>
            </a:r>
          </a:p>
          <a:p>
            <a:pPr>
              <a:defRPr sz="2400"/>
            </a:pPr>
            <a:r>
              <a:t>Focus Areas: Performance, UI/UX, responsiveness, and seamless backend integration.</a:t>
            </a:r>
          </a:p>
          <a:p>
            <a:pPr>
              <a:defRPr sz="2400"/>
            </a:pPr>
            <a:r>
              <a:t>Key Deliverable: A fully deployable, production-ready React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Core Framework: React.js for component-based UI architecture.</a:t>
            </a:r>
          </a:p>
          <a:p>
            <a:pPr>
              <a:defRPr sz="2400"/>
            </a:pPr>
            <a:r>
              <a:t>Build Tool: Vite - chosen for extremely fast Hot Module Replacement (HMR) and optimized builds.</a:t>
            </a:r>
          </a:p>
          <a:p>
            <a:pPr>
              <a:defRPr sz="2400"/>
            </a:pPr>
            <a:r>
              <a:t>Styling: Pure Vanilla CSS with CSS Modules, emphasizing custom modern aesthetics (Glassmorphism, gradients).</a:t>
            </a:r>
          </a:p>
          <a:p>
            <a:pPr>
              <a:defRPr sz="2400"/>
            </a:pPr>
            <a:r>
              <a:t>Routing: React Router for seamless Single Page Application (SPA) navigation.</a:t>
            </a:r>
          </a:p>
          <a:p>
            <a:pPr>
              <a:defRPr sz="2400"/>
            </a:pPr>
            <a:r>
              <a:t>Authentication: Integrated Google OAuth 2.0 alongside traditional JWT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Dynamic Course Catalog: Browse, filter, and view detailed course descriptions.</a:t>
            </a:r>
          </a:p>
          <a:p>
            <a:pPr>
              <a:defRPr sz="2400"/>
            </a:pPr>
            <a:r>
              <a:t>Interactive Lecture Interface: Dedicated, distraction-free environment for video content.</a:t>
            </a:r>
          </a:p>
          <a:p>
            <a:pPr>
              <a:defRPr sz="2400"/>
            </a:pPr>
            <a:r>
              <a:t>Role-Based Admin Dashboard: Protected routes for administrators to manage content and view metrics.</a:t>
            </a:r>
          </a:p>
          <a:p>
            <a:pPr>
              <a:defRPr sz="2400"/>
            </a:pPr>
            <a:r>
              <a:t>User Onboarding: Smooth and intuitive Login/Signup flows.</a:t>
            </a:r>
          </a:p>
          <a:p>
            <a:pPr>
              <a:defRPr sz="2400"/>
            </a:pPr>
            <a:r>
              <a:t>Responsive Navigation: Custom headers and footers that adapt to any screen size.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&amp; 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Aesthetics: Implemented 'Premium' visual design utilizing dark modes, vibrant accents, and smooth gradients.</a:t>
            </a:r>
          </a:p>
          <a:p>
            <a:pPr>
              <a:defRPr sz="2400"/>
            </a:pPr>
            <a:r>
              <a:t>Responsiveness: Mobile-first approach ensuring perfect rendering on phones, tablets, and desktops.</a:t>
            </a:r>
          </a:p>
          <a:p>
            <a:pPr>
              <a:defRPr sz="2400"/>
            </a:pPr>
            <a:r>
              <a:t>Micro-animations: Added interactive hover states and page transitions for a dynamic feel.</a:t>
            </a:r>
          </a:p>
          <a:p>
            <a:pPr>
              <a:defRPr sz="2400"/>
            </a:pPr>
            <a:r>
              <a:t>State Management: Leveraged React Context API (e.g., CourseContext) to prevent prop drilling and maintain clean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RESTful Communication: Connected seamlessly with the Django backend structure.</a:t>
            </a:r>
          </a:p>
          <a:p>
            <a:pPr>
              <a:defRPr sz="2400"/>
            </a:pPr>
            <a:r>
              <a:t>Endpoint Security: Handled authenticated requests requiring Bearer tokens.</a:t>
            </a:r>
          </a:p>
          <a:p>
            <a:pPr>
              <a:defRPr sz="2400"/>
            </a:pPr>
            <a:r>
              <a:t>Payment Gateway: Integrated Razorpay flows for purchasing course access directly from the UI.</a:t>
            </a:r>
          </a:p>
          <a:p>
            <a:pPr>
              <a:defRPr sz="2400"/>
            </a:pPr>
            <a:r>
              <a:t>Environment Management: Separated Dev/Prod variables systematically using .env.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Hosting Platform: Deployed production bundles via Vercel.</a:t>
            </a:r>
          </a:p>
          <a:p>
            <a:pPr>
              <a:defRPr sz="2400"/>
            </a:pPr>
            <a:r>
              <a:t>CI/CD Pipeline: Linked directly to the GitHub repository for automatic builds upon pushing to 'main'.</a:t>
            </a:r>
          </a:p>
          <a:p>
            <a:pPr>
              <a:defRPr sz="2400"/>
            </a:pPr>
            <a:r>
              <a:t>Build Optimization: Vite securely packages the application and optimizes static assets.</a:t>
            </a:r>
          </a:p>
          <a:p>
            <a:pPr>
              <a:defRPr sz="2400"/>
            </a:pPr>
            <a:r>
              <a:t>Status: Live and operational at skill-orbit-website.vercel.app.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Cross-Origin Resource Sharing (CORS): Mastered handling requests between diverse frontend and backend domains.</a:t>
            </a:r>
          </a:p>
          <a:p>
            <a:pPr>
              <a:defRPr sz="2400"/>
            </a:pPr>
            <a:r>
              <a:t>State Synchronization: Ensured the UI instantly reflects changes (like unlocking a course) without reloading.</a:t>
            </a:r>
          </a:p>
          <a:p>
            <a:pPr>
              <a:defRPr sz="2400"/>
            </a:pPr>
            <a:r>
              <a:t>Asset Management: Handled SVGs, dynamic images, and premium design components efficiently.</a:t>
            </a:r>
          </a:p>
          <a:p>
            <a:pPr>
              <a:defRPr sz="2400"/>
            </a:pPr>
            <a:r>
              <a:t>Professional Growth: Gained deep practical knowledge of full lifecycle React application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Successfully delivered a high-performance frontend application.</a:t>
            </a:r>
          </a:p>
          <a:p/>
          <a:p>
            <a:r>
              <a:t>Ready for future expansions (AI Chatbot, Gamification).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