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Project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Frontend Development &amp; Feature Integration for SkillOrbit</a:t>
            </a:r>
          </a:p>
          <a:p/>
          <a:p>
            <a:r>
              <a:t>Role: Frontend Developer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Overview: SkillOrbit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SkillOrbit is a modern, responsive, and highly interactive e-learning platform.</a:t>
            </a:r>
          </a:p>
          <a:p>
            <a:pPr>
              <a:defRPr sz="2200"/>
            </a:pPr>
            <a:r>
              <a:t>Objective: To architect and implement a robust frontend with cutting-edge learning tools.</a:t>
            </a:r>
          </a:p>
          <a:p>
            <a:pPr>
              <a:defRPr sz="2200"/>
            </a:pPr>
            <a:r>
              <a:t>Focus Areas: Next-generation UI/UX, Gamification, and AI-driven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Core Framework: React.js for scalable component-based architecture.</a:t>
            </a:r>
          </a:p>
          <a:p>
            <a:pPr>
              <a:defRPr sz="2200"/>
            </a:pPr>
            <a:r>
              <a:t>Build Tool: Vite - for extreme performance and Hot Module Replacement.</a:t>
            </a:r>
          </a:p>
          <a:p>
            <a:pPr>
              <a:defRPr sz="2200"/>
            </a:pPr>
            <a:r>
              <a:t>Styling: Modern Vanilla CSS (Glassmorphism, gradients, animations).</a:t>
            </a:r>
          </a:p>
          <a:p>
            <a:pPr>
              <a:defRPr sz="2200"/>
            </a:pPr>
            <a:r>
              <a:t>Authentication: Google OAuth 2.0 &amp; JWT.</a:t>
            </a:r>
          </a:p>
          <a:p>
            <a:pPr>
              <a:defRPr sz="2200"/>
            </a:pPr>
            <a:r>
              <a:t>State &amp; Routing: React Context API and React Router.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Platform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Dynamic Course Catalog: Advanced browsing and filtering.</a:t>
            </a:r>
          </a:p>
          <a:p>
            <a:pPr>
              <a:defRPr sz="2200"/>
            </a:pPr>
            <a:r>
              <a:t>Interactive Lecture Interface: Seamless auto-advance video progression.</a:t>
            </a:r>
          </a:p>
          <a:p>
            <a:pPr>
              <a:defRPr sz="2200"/>
            </a:pPr>
            <a:r>
              <a:t>Role-Based Dashboards: Secure hubs for administrators and students.</a:t>
            </a:r>
          </a:p>
          <a:p>
            <a:pPr>
              <a:defRPr sz="2200"/>
            </a:pPr>
            <a:r>
              <a:t>Payment Ecosystem: Razorpay integration for effortless class enrollments.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Flagship Innovation: AI Mentor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Integrated an advanced AI Mentor Chatbot directly into the learning view.</a:t>
            </a:r>
          </a:p>
          <a:p>
            <a:pPr>
              <a:defRPr sz="2200"/>
            </a:pPr>
            <a:r>
              <a:t>Contextual Help: Assists students in real-time based on the lecture they are watching.</a:t>
            </a:r>
          </a:p>
          <a:p>
            <a:pPr>
              <a:defRPr sz="2200"/>
            </a:pPr>
            <a:r>
              <a:t>Seamless UI: Non-intrusive, togglable chat interface designed to feel like a premium assistant.</a:t>
            </a:r>
          </a:p>
          <a:p>
            <a:pPr>
              <a:defRPr sz="2200"/>
            </a:pPr>
            <a:r>
              <a:t>Dynamic Interactions: Bridges complex student queries with immediate, intelligent feedback without leaving the flow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Flagship Innovation: Gamification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Comprehensive gamification framework to skyrocket student retention.</a:t>
            </a:r>
          </a:p>
          <a:p>
            <a:pPr>
              <a:defRPr sz="2200"/>
            </a:pPr>
            <a:r>
              <a:t>XP &amp; Leveling: Students earn experience points dynamically as they progress.</a:t>
            </a:r>
          </a:p>
          <a:p>
            <a:pPr>
              <a:defRPr sz="2200"/>
            </a:pPr>
            <a:r>
              <a:t>Badging System: Visual achievements unlocked upon reaching specific milestones.</a:t>
            </a:r>
          </a:p>
          <a:p>
            <a:pPr>
              <a:defRPr sz="2200"/>
            </a:pPr>
            <a:r>
              <a:t>Streaks &amp; Leaderboards: Competitive metrics that incentivize daily log-ins and continuous learning.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UI/UX &amp; 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Aesthetics: 'Premium' visual design utilizing dark modes, vibrant accents, and smooth graphics.</a:t>
            </a:r>
          </a:p>
          <a:p>
            <a:pPr>
              <a:defRPr sz="2200"/>
            </a:pPr>
            <a:r>
              <a:t>Responsiveness: Fully mobile-first approach ensuring perfect cross-device compatibility.</a:t>
            </a:r>
          </a:p>
          <a:p>
            <a:pPr>
              <a:defRPr sz="2200"/>
            </a:pPr>
            <a:r>
              <a:t>Micro-animations: Interactive hover states and fluid page transitions.</a:t>
            </a:r>
          </a:p>
          <a:p>
            <a:pPr>
              <a:defRPr sz="2200"/>
            </a:pPr>
            <a:r>
              <a:t>State Management: Highly optimized data structures preventing unnecessary UI re-rendering.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Hosting Platform: High-performance global content delivery via Vercel.</a:t>
            </a:r>
          </a:p>
          <a:p>
            <a:pPr>
              <a:defRPr sz="2200"/>
            </a:pPr>
            <a:r>
              <a:t>Automation: Directly integrated with GitHub. Pushing to 'main' triggers instantly live deployments.</a:t>
            </a:r>
          </a:p>
          <a:p>
            <a:pPr>
              <a:defRPr sz="2200"/>
            </a:pPr>
            <a:r>
              <a:t>Environment variables securely encrypted on host.</a:t>
            </a:r>
          </a:p>
          <a:p>
            <a:pPr>
              <a:defRPr sz="2200"/>
            </a:pPr>
            <a:r>
              <a:t>Status: Live and operational at skill-orbit-website.vercel.app.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Successfully delivered a next-generation e-learning frontend.</a:t>
            </a:r>
          </a:p>
          <a:p/>
          <a:p>
            <a:r>
              <a:t>The inclusion of AI Mentorship and Gamification places SkillOrbit ahead of traditional platforms.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